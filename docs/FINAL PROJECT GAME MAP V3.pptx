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51BBDE-6A6F-4357-8AD7-6971AC5BFA78}" v="6" dt="2025-12-12T15:54:13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ffer hendricks" userId="b4d2026d0250163a" providerId="LiveId" clId="{0383FF89-9235-417E-9636-00BAED03A017}"/>
    <pc:docChg chg="custSel modSld">
      <pc:chgData name="kristoffer hendricks" userId="b4d2026d0250163a" providerId="LiveId" clId="{0383FF89-9235-417E-9636-00BAED03A017}" dt="2025-12-12T16:01:57.178" v="724" actId="20577"/>
      <pc:docMkLst>
        <pc:docMk/>
      </pc:docMkLst>
      <pc:sldChg chg="addSp delSp modSp mod">
        <pc:chgData name="kristoffer hendricks" userId="b4d2026d0250163a" providerId="LiveId" clId="{0383FF89-9235-417E-9636-00BAED03A017}" dt="2025-12-12T16:01:57.178" v="724" actId="20577"/>
        <pc:sldMkLst>
          <pc:docMk/>
          <pc:sldMk cId="920495916" sldId="256"/>
        </pc:sldMkLst>
        <pc:spChg chg="mod">
          <ac:chgData name="kristoffer hendricks" userId="b4d2026d0250163a" providerId="LiveId" clId="{0383FF89-9235-417E-9636-00BAED03A017}" dt="2025-12-12T15:52:57.445" v="177" actId="20577"/>
          <ac:spMkLst>
            <pc:docMk/>
            <pc:sldMk cId="920495916" sldId="256"/>
            <ac:spMk id="4" creationId="{BF826AE7-6556-097B-0A44-291FE175C02A}"/>
          </ac:spMkLst>
        </pc:spChg>
        <pc:spChg chg="mod">
          <ac:chgData name="kristoffer hendricks" userId="b4d2026d0250163a" providerId="LiveId" clId="{0383FF89-9235-417E-9636-00BAED03A017}" dt="2025-12-12T15:53:59.193" v="217" actId="20577"/>
          <ac:spMkLst>
            <pc:docMk/>
            <pc:sldMk cId="920495916" sldId="256"/>
            <ac:spMk id="11" creationId="{AA4CD1D8-96D0-80E5-DA75-1176F9136601}"/>
          </ac:spMkLst>
        </pc:spChg>
        <pc:spChg chg="mod">
          <ac:chgData name="kristoffer hendricks" userId="b4d2026d0250163a" providerId="LiveId" clId="{0383FF89-9235-417E-9636-00BAED03A017}" dt="2025-12-12T15:55:30.461" v="301" actId="20577"/>
          <ac:spMkLst>
            <pc:docMk/>
            <pc:sldMk cId="920495916" sldId="256"/>
            <ac:spMk id="12" creationId="{2539F127-D6CB-0D23-179A-CE6AADE4A611}"/>
          </ac:spMkLst>
        </pc:spChg>
        <pc:spChg chg="mod">
          <ac:chgData name="kristoffer hendricks" userId="b4d2026d0250163a" providerId="LiveId" clId="{0383FF89-9235-417E-9636-00BAED03A017}" dt="2025-12-12T16:01:57.178" v="724" actId="20577"/>
          <ac:spMkLst>
            <pc:docMk/>
            <pc:sldMk cId="920495916" sldId="256"/>
            <ac:spMk id="13" creationId="{57D5C7F2-AC1B-CCC0-0D8C-B9625D96F92E}"/>
          </ac:spMkLst>
        </pc:spChg>
        <pc:spChg chg="add mod">
          <ac:chgData name="kristoffer hendricks" userId="b4d2026d0250163a" providerId="LiveId" clId="{0383FF89-9235-417E-9636-00BAED03A017}" dt="2025-12-12T15:55:43.014" v="317" actId="20577"/>
          <ac:spMkLst>
            <pc:docMk/>
            <pc:sldMk cId="920495916" sldId="256"/>
            <ac:spMk id="17" creationId="{570B5632-68C1-CA63-D78E-0D1A55759736}"/>
          </ac:spMkLst>
        </pc:spChg>
        <pc:spChg chg="add mod">
          <ac:chgData name="kristoffer hendricks" userId="b4d2026d0250163a" providerId="LiveId" clId="{0383FF89-9235-417E-9636-00BAED03A017}" dt="2025-12-12T15:50:27.628" v="116" actId="207"/>
          <ac:spMkLst>
            <pc:docMk/>
            <pc:sldMk cId="920495916" sldId="256"/>
            <ac:spMk id="19" creationId="{C3F712CB-5580-3A14-57AB-CBE2DE195CCA}"/>
          </ac:spMkLst>
        </pc:spChg>
        <pc:spChg chg="mod">
          <ac:chgData name="kristoffer hendricks" userId="b4d2026d0250163a" providerId="LiveId" clId="{0383FF89-9235-417E-9636-00BAED03A017}" dt="2025-12-12T16:00:00.871" v="602" actId="20577"/>
          <ac:spMkLst>
            <pc:docMk/>
            <pc:sldMk cId="920495916" sldId="256"/>
            <ac:spMk id="26" creationId="{5875F3C6-7221-C0EF-656C-ED2BC08F653F}"/>
          </ac:spMkLst>
        </pc:spChg>
        <pc:spChg chg="add mod">
          <ac:chgData name="kristoffer hendricks" userId="b4d2026d0250163a" providerId="LiveId" clId="{0383FF89-9235-417E-9636-00BAED03A017}" dt="2025-12-12T15:50:43.645" v="118" actId="1076"/>
          <ac:spMkLst>
            <pc:docMk/>
            <pc:sldMk cId="920495916" sldId="256"/>
            <ac:spMk id="27" creationId="{F841B6C6-CE2B-289C-E73C-989B72558EFF}"/>
          </ac:spMkLst>
        </pc:spChg>
        <pc:spChg chg="add mod">
          <ac:chgData name="kristoffer hendricks" userId="b4d2026d0250163a" providerId="LiveId" clId="{0383FF89-9235-417E-9636-00BAED03A017}" dt="2025-12-12T15:52:03.949" v="143" actId="20577"/>
          <ac:spMkLst>
            <pc:docMk/>
            <pc:sldMk cId="920495916" sldId="256"/>
            <ac:spMk id="28" creationId="{FE23823A-0FED-9F62-355C-53DE3F14B50B}"/>
          </ac:spMkLst>
        </pc:spChg>
        <pc:spChg chg="add mod">
          <ac:chgData name="kristoffer hendricks" userId="b4d2026d0250163a" providerId="LiveId" clId="{0383FF89-9235-417E-9636-00BAED03A017}" dt="2025-12-12T15:53:49.597" v="215" actId="1076"/>
          <ac:spMkLst>
            <pc:docMk/>
            <pc:sldMk cId="920495916" sldId="256"/>
            <ac:spMk id="29" creationId="{EB20165C-30FC-21EF-55A6-79C090023361}"/>
          </ac:spMkLst>
        </pc:spChg>
        <pc:spChg chg="mod">
          <ac:chgData name="kristoffer hendricks" userId="b4d2026d0250163a" providerId="LiveId" clId="{0383FF89-9235-417E-9636-00BAED03A017}" dt="2025-12-12T15:59:27.437" v="592" actId="20577"/>
          <ac:spMkLst>
            <pc:docMk/>
            <pc:sldMk cId="920495916" sldId="256"/>
            <ac:spMk id="30" creationId="{061DA0D7-831C-6AA3-DE1C-CA459144D1B1}"/>
          </ac:spMkLst>
        </pc:spChg>
        <pc:spChg chg="add mod">
          <ac:chgData name="kristoffer hendricks" userId="b4d2026d0250163a" providerId="LiveId" clId="{0383FF89-9235-417E-9636-00BAED03A017}" dt="2025-12-12T15:55:14.967" v="297" actId="5793"/>
          <ac:spMkLst>
            <pc:docMk/>
            <pc:sldMk cId="920495916" sldId="256"/>
            <ac:spMk id="31" creationId="{91C1436F-3CA6-C8CC-EF2F-D46EA17D5017}"/>
          </ac:spMkLst>
        </pc:spChg>
        <pc:spChg chg="mod">
          <ac:chgData name="kristoffer hendricks" userId="b4d2026d0250163a" providerId="LiveId" clId="{0383FF89-9235-417E-9636-00BAED03A017}" dt="2025-12-12T15:57:34.887" v="444" actId="20577"/>
          <ac:spMkLst>
            <pc:docMk/>
            <pc:sldMk cId="920495916" sldId="256"/>
            <ac:spMk id="32" creationId="{504CE328-DC65-EE23-318B-BCBE865B088D}"/>
          </ac:spMkLst>
        </pc:spChg>
        <pc:spChg chg="mod">
          <ac:chgData name="kristoffer hendricks" userId="b4d2026d0250163a" providerId="LiveId" clId="{0383FF89-9235-417E-9636-00BAED03A017}" dt="2025-12-12T16:01:46.771" v="718" actId="1076"/>
          <ac:spMkLst>
            <pc:docMk/>
            <pc:sldMk cId="920495916" sldId="256"/>
            <ac:spMk id="35" creationId="{B01EABC7-FBE4-A24C-12C9-32AC84A28F40}"/>
          </ac:spMkLst>
        </pc:spChg>
        <pc:spChg chg="mod">
          <ac:chgData name="kristoffer hendricks" userId="b4d2026d0250163a" providerId="LiveId" clId="{0383FF89-9235-417E-9636-00BAED03A017}" dt="2025-12-12T15:51:48.582" v="141" actId="404"/>
          <ac:spMkLst>
            <pc:docMk/>
            <pc:sldMk cId="920495916" sldId="256"/>
            <ac:spMk id="57" creationId="{87B96A76-9734-C684-1692-25C7F13E03BB}"/>
          </ac:spMkLst>
        </pc:spChg>
        <pc:picChg chg="del">
          <ac:chgData name="kristoffer hendricks" userId="b4d2026d0250163a" providerId="LiveId" clId="{0383FF89-9235-417E-9636-00BAED03A017}" dt="2025-12-12T15:49:59.047" v="112" actId="21"/>
          <ac:picMkLst>
            <pc:docMk/>
            <pc:sldMk cId="920495916" sldId="256"/>
            <ac:picMk id="18" creationId="{91AB9F90-F802-91EA-0A35-37EA495A826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C787-C2D5-B6A8-6478-43D944736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0AA14-8E5E-05A5-FFD1-A58BC7959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8E7C-D67A-C702-51B8-02EC32DA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B5F48-42FA-A99D-8C8B-35CA4635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5E555-46DA-AAF1-E721-7A00F88E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708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79B1-52FE-76BB-7C01-81F8FF63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ADDB1-9EF4-5926-5349-E7CBD94B5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8E664-C558-59E6-697E-D3CE2D7C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A977-8207-C7BD-F8DC-15E9C782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8C47-BEC8-85EE-C43C-85A6AB74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856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C19F-AB31-C72B-0E5E-EAE77E3A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F5A81-6829-FAB9-224B-FAFA477E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64018-D6DE-85E0-83E0-49834116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8BBB7-E6B3-0F22-CDC9-E3623437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A4B0A-A2F8-6F95-4C10-17AC66BD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295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5ED2-26BB-DFBA-8BD2-578F93BE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203D-A583-F2C5-AB70-78CBE69FD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F865C-A95F-6DA3-2E5F-026093C4B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056B0-7AF6-F6F6-8056-0A7700AE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9BFFA-4D27-1553-F10D-B286DA41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EF06-5104-0691-8218-C2F1240A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76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5F73-2020-52A1-D729-99C85ED6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C2AA9-4022-DFF7-92BA-B07435728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194D5-7DE2-4F4C-ACCE-5215892E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A3C34-0E0C-1153-A055-5BAAF7987A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C4D57-E3CF-DE09-73B3-CFCA5AA23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DE7E5-ADA5-4663-93BD-9C1357F2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0649B-BD29-56EE-EE81-DE36F537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535FF-592F-A686-5AC0-437A64E4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20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47D4-032F-DAE4-2D6F-ECA6ABDA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888AF-40C2-8CA2-8647-9809CFC17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33B8D-0D43-CEA5-BBF1-C00FC1A1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E9D3-FF03-8671-D0CA-C906976F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506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42A1B-D5DC-1A22-1E11-7348779FF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3B0CB-6877-0ADA-C712-14B8FA5C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3F8CB-E865-B103-585F-A7EF488C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53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DF92-F5EF-111D-ED4A-A05A2CFB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3E66-EE4E-8D54-299F-A30CFB293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9A328-7285-B4B8-7152-4898A8474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2E92B-DC2E-338F-E905-C18D4802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008FF-B016-E7C7-C195-920ED4D0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D2E52-86E8-00EF-25EB-984165DE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2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6F4A-FE66-B992-C71F-043C06C9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47D94-8781-705E-3F0C-4F1FD3E59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EF686-0737-C9F4-349E-2C175C399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BAB4E-3607-CB4E-B501-627980CA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E4E3D-103C-163C-2509-CC31FAD9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C6FDC-2143-78A2-FA39-2B609FB8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768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1982-C5E6-B046-69B2-87AC80CA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786BA-6D61-09E0-61EC-5F9C9D2C8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B7BAC-4D12-E2D8-67D1-739F2406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7889D-2671-851D-3A29-AAC8A548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71A5E-2F1A-FAB2-7453-7415A939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008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C5142A-5EDE-8213-BF45-66DF310E9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08B84-C29B-A5DE-A5F3-D2D49F075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C6063-0ED0-26A0-ECAD-859787EE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883B4-7B6F-08B6-D8D4-251B7798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E789F-FB99-994C-8CE8-E98CD2FD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553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3C3C0-6422-4639-E85B-456524965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08FF3-CEE7-8990-1ECD-09BD2DF57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D0AE4-377B-883E-9134-75E1A378F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213A-69A6-4655-ACC1-33CED657553F}" type="datetimeFigureOut">
              <a:rPr lang="en-CA" smtClean="0"/>
              <a:t>2025-12-10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0DDB-ED28-139B-714B-AC76778DA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33396-08E0-506D-519E-F27F4E392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F319C-2CD5-4186-8E0C-CF0506DEFB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627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6278A40-EF8D-69A1-269C-8C818FB7A8CA}"/>
              </a:ext>
            </a:extLst>
          </p:cNvPr>
          <p:cNvSpPr/>
          <p:nvPr/>
        </p:nvSpPr>
        <p:spPr>
          <a:xfrm>
            <a:off x="5310187" y="2494374"/>
            <a:ext cx="1743607" cy="15546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6C932-A2BF-5918-8744-27903C118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947" y="4579313"/>
            <a:ext cx="1737511" cy="15546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826AE7-6556-097B-0A44-291FE175C02A}"/>
              </a:ext>
            </a:extLst>
          </p:cNvPr>
          <p:cNvSpPr/>
          <p:nvPr/>
        </p:nvSpPr>
        <p:spPr>
          <a:xfrm>
            <a:off x="3027958" y="645547"/>
            <a:ext cx="1719072" cy="15361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73120-33C1-8B0D-3FBE-FCC406EA7A43}"/>
              </a:ext>
            </a:extLst>
          </p:cNvPr>
          <p:cNvSpPr/>
          <p:nvPr/>
        </p:nvSpPr>
        <p:spPr>
          <a:xfrm>
            <a:off x="3054743" y="2487630"/>
            <a:ext cx="1719072" cy="15361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723AED9-205C-1FB4-A95A-8D69C75DC78E}"/>
              </a:ext>
            </a:extLst>
          </p:cNvPr>
          <p:cNvSpPr/>
          <p:nvPr/>
        </p:nvSpPr>
        <p:spPr>
          <a:xfrm>
            <a:off x="4737239" y="3013410"/>
            <a:ext cx="731520" cy="54864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CD1D8-96D0-80E5-DA75-1176F9136601}"/>
              </a:ext>
            </a:extLst>
          </p:cNvPr>
          <p:cNvSpPr txBox="1"/>
          <p:nvPr/>
        </p:nvSpPr>
        <p:spPr>
          <a:xfrm>
            <a:off x="3056191" y="2487630"/>
            <a:ext cx="122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The Riverbank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39F127-D6CB-0D23-179A-CE6AADE4A611}"/>
              </a:ext>
            </a:extLst>
          </p:cNvPr>
          <p:cNvSpPr txBox="1"/>
          <p:nvPr/>
        </p:nvSpPr>
        <p:spPr>
          <a:xfrm>
            <a:off x="5313234" y="2523068"/>
            <a:ext cx="1737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The Hall of Locked Doors (SAFE ROOM)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AC73FA-5CE6-497A-BDBC-D64FD5F44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947" y="457976"/>
            <a:ext cx="1743607" cy="15546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3D360-84D8-E5D7-9C9B-BAB460456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854" y="2494373"/>
            <a:ext cx="1743607" cy="1554615"/>
          </a:xfrm>
          <a:prstGeom prst="rect">
            <a:avLst/>
          </a:prstGeom>
        </p:spPr>
      </p:pic>
      <p:sp>
        <p:nvSpPr>
          <p:cNvPr id="20" name="Arrow: Quad 19">
            <a:extLst>
              <a:ext uri="{FF2B5EF4-FFF2-40B4-BE49-F238E27FC236}">
                <a16:creationId xmlns:a16="http://schemas.microsoft.com/office/drawing/2014/main" id="{85048E27-C476-F60F-6315-2BE4962D6F0B}"/>
              </a:ext>
            </a:extLst>
          </p:cNvPr>
          <p:cNvSpPr/>
          <p:nvPr/>
        </p:nvSpPr>
        <p:spPr>
          <a:xfrm>
            <a:off x="851039" y="4649809"/>
            <a:ext cx="1344168" cy="1417320"/>
          </a:xfrm>
          <a:prstGeom prst="quadArrow">
            <a:avLst>
              <a:gd name="adj1" fmla="val 14337"/>
              <a:gd name="adj2" fmla="val 15017"/>
              <a:gd name="adj3" fmla="val 163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C7FD88-171E-C56E-9803-EA5A3F06FFAD}"/>
              </a:ext>
            </a:extLst>
          </p:cNvPr>
          <p:cNvSpPr txBox="1"/>
          <p:nvPr/>
        </p:nvSpPr>
        <p:spPr>
          <a:xfrm>
            <a:off x="1308239" y="4065036"/>
            <a:ext cx="60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7E9BBE-804D-697C-42F2-5BB8900F38B0}"/>
              </a:ext>
            </a:extLst>
          </p:cNvPr>
          <p:cNvSpPr txBox="1"/>
          <p:nvPr/>
        </p:nvSpPr>
        <p:spPr>
          <a:xfrm>
            <a:off x="1308239" y="6067131"/>
            <a:ext cx="347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2B3FCA-D7A0-9A2C-CFA0-AB5D03CB026C}"/>
              </a:ext>
            </a:extLst>
          </p:cNvPr>
          <p:cNvSpPr txBox="1"/>
          <p:nvPr/>
        </p:nvSpPr>
        <p:spPr>
          <a:xfrm>
            <a:off x="300888" y="5066083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B81E5D-9D30-4081-F6E4-37AD812AA5C2}"/>
              </a:ext>
            </a:extLst>
          </p:cNvPr>
          <p:cNvSpPr txBox="1"/>
          <p:nvPr/>
        </p:nvSpPr>
        <p:spPr>
          <a:xfrm>
            <a:off x="2195207" y="5066082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75F3C6-7221-C0EF-656C-ED2BC08F653F}"/>
              </a:ext>
            </a:extLst>
          </p:cNvPr>
          <p:cNvSpPr txBox="1"/>
          <p:nvPr/>
        </p:nvSpPr>
        <p:spPr>
          <a:xfrm>
            <a:off x="7648212" y="542735"/>
            <a:ext cx="153705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Rabbit’s House – </a:t>
            </a:r>
          </a:p>
          <a:p>
            <a:endParaRPr lang="en-CA" sz="1100" i="1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Kid Gloves* – hidden in a box. 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Iron.</a:t>
            </a:r>
            <a:endParaRPr lang="en-CA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1DA0D7-831C-6AA3-DE1C-CA459144D1B1}"/>
              </a:ext>
            </a:extLst>
          </p:cNvPr>
          <p:cNvSpPr txBox="1"/>
          <p:nvPr/>
        </p:nvSpPr>
        <p:spPr>
          <a:xfrm>
            <a:off x="7665029" y="2583331"/>
            <a:ext cx="16304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The Woods – </a:t>
            </a:r>
            <a:endParaRPr lang="en-CA" sz="1100" b="1" i="1" dirty="0"/>
          </a:p>
          <a:p>
            <a:endParaRPr lang="en-CA" sz="1100" i="1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Uniform* – needs to be ironed.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Polish.</a:t>
            </a:r>
          </a:p>
          <a:p>
            <a:pPr marL="171450" indent="-171450">
              <a:buFontTx/>
              <a:buChar char="-"/>
            </a:pPr>
            <a:r>
              <a:rPr lang="en-CA" sz="1100" i="1" dirty="0" err="1"/>
              <a:t>Mushright</a:t>
            </a:r>
            <a:r>
              <a:rPr lang="en-CA" sz="1100" i="1" dirty="0"/>
              <a:t>/</a:t>
            </a:r>
            <a:r>
              <a:rPr lang="en-CA" sz="1100" i="1" dirty="0" err="1"/>
              <a:t>mushleft</a:t>
            </a:r>
            <a:r>
              <a:rPr lang="en-CA" sz="1100" i="1" dirty="0"/>
              <a:t> Grow/shrink</a:t>
            </a:r>
          </a:p>
          <a:p>
            <a:pPr marL="171450" indent="-171450">
              <a:buFontTx/>
              <a:buChar char="-"/>
            </a:pPr>
            <a:endParaRPr lang="en-CA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4CE328-DC65-EE23-318B-BCBE865B088D}"/>
              </a:ext>
            </a:extLst>
          </p:cNvPr>
          <p:cNvSpPr txBox="1"/>
          <p:nvPr/>
        </p:nvSpPr>
        <p:spPr>
          <a:xfrm>
            <a:off x="7828416" y="4579312"/>
            <a:ext cx="150565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The Queen’s Garden/ outside Court Of Justice</a:t>
            </a:r>
            <a:r>
              <a:rPr lang="en-CA" sz="1100" dirty="0"/>
              <a:t>.</a:t>
            </a:r>
          </a:p>
          <a:p>
            <a:endParaRPr lang="en-CA" sz="1100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Trumpet* - needs to be polished.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Tarts – chance of death.</a:t>
            </a:r>
          </a:p>
          <a:p>
            <a:pPr marL="171450" indent="-171450">
              <a:buFontTx/>
              <a:buChar char="-"/>
            </a:pPr>
            <a:endParaRPr lang="en-CA" sz="1100" i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0D03DFE-CA33-7E4F-95DE-811911449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576" y="2505252"/>
            <a:ext cx="1743607" cy="155461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01EABC7-FBE4-A24C-12C9-32AC84A28F40}"/>
              </a:ext>
            </a:extLst>
          </p:cNvPr>
          <p:cNvSpPr txBox="1"/>
          <p:nvPr/>
        </p:nvSpPr>
        <p:spPr>
          <a:xfrm>
            <a:off x="10010375" y="2664465"/>
            <a:ext cx="147950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The Mad-Tea Party – </a:t>
            </a:r>
          </a:p>
          <a:p>
            <a:endParaRPr lang="en-CA" sz="1100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Scroll* – needs to be sealed.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Wax – to seal the scroll.</a:t>
            </a:r>
          </a:p>
          <a:p>
            <a:pPr marL="171450" indent="-171450">
              <a:buFontTx/>
              <a:buChar char="-"/>
            </a:pPr>
            <a:endParaRPr lang="en-CA" sz="1100" i="1" dirty="0"/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098AC405-DE98-E9B0-33D4-7B07D08B0C22}"/>
              </a:ext>
            </a:extLst>
          </p:cNvPr>
          <p:cNvSpPr/>
          <p:nvPr/>
        </p:nvSpPr>
        <p:spPr>
          <a:xfrm>
            <a:off x="8266545" y="1911927"/>
            <a:ext cx="397164" cy="70935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93B5529-0DA0-DB1F-D1EC-51C74A8536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800" y="3943400"/>
            <a:ext cx="451143" cy="73768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9BD56EF-9A9D-1EBF-AD93-73C0DB93A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165" y="3027819"/>
            <a:ext cx="865707" cy="48772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ADAD754-0B8E-1FA4-A2DE-7E7B3764FC22}"/>
              </a:ext>
            </a:extLst>
          </p:cNvPr>
          <p:cNvSpPr txBox="1"/>
          <p:nvPr/>
        </p:nvSpPr>
        <p:spPr>
          <a:xfrm>
            <a:off x="3087090" y="3456707"/>
            <a:ext cx="615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9C5A3A-D149-D22F-091E-9D547689BBCF}"/>
              </a:ext>
            </a:extLst>
          </p:cNvPr>
          <p:cNvSpPr txBox="1"/>
          <p:nvPr/>
        </p:nvSpPr>
        <p:spPr>
          <a:xfrm>
            <a:off x="5364729" y="3475092"/>
            <a:ext cx="632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F49CBA-45C1-D371-203D-08418ED2BD5D}"/>
              </a:ext>
            </a:extLst>
          </p:cNvPr>
          <p:cNvSpPr txBox="1"/>
          <p:nvPr/>
        </p:nvSpPr>
        <p:spPr>
          <a:xfrm>
            <a:off x="7551282" y="3576731"/>
            <a:ext cx="368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09A9A3-CCE3-3E99-BAB3-002A7C2389C8}"/>
              </a:ext>
            </a:extLst>
          </p:cNvPr>
          <p:cNvSpPr txBox="1"/>
          <p:nvPr/>
        </p:nvSpPr>
        <p:spPr>
          <a:xfrm>
            <a:off x="7595356" y="143971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8C8834-527F-7007-0778-08929DDBE7FE}"/>
              </a:ext>
            </a:extLst>
          </p:cNvPr>
          <p:cNvSpPr txBox="1"/>
          <p:nvPr/>
        </p:nvSpPr>
        <p:spPr>
          <a:xfrm>
            <a:off x="7638191" y="560088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1D3F76-3AAF-DD62-1F79-2EF95335EA69}"/>
              </a:ext>
            </a:extLst>
          </p:cNvPr>
          <p:cNvSpPr txBox="1"/>
          <p:nvPr/>
        </p:nvSpPr>
        <p:spPr>
          <a:xfrm>
            <a:off x="9883833" y="354040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5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C01D80F-1135-9099-C3AF-5F1D1E259E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135" y="770658"/>
            <a:ext cx="398797" cy="4053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7B96A76-9734-C684-1692-25C7F13E03BB}"/>
              </a:ext>
            </a:extLst>
          </p:cNvPr>
          <p:cNvSpPr txBox="1"/>
          <p:nvPr/>
        </p:nvSpPr>
        <p:spPr>
          <a:xfrm>
            <a:off x="871031" y="804402"/>
            <a:ext cx="1521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- One-way portal.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8BB8981-2776-9C85-1C8A-AFC1CB340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3565166" y="1958718"/>
            <a:ext cx="605788" cy="6157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6F3B89E-271F-E2E8-FE60-20FA4EBA55EB}"/>
              </a:ext>
            </a:extLst>
          </p:cNvPr>
          <p:cNvSpPr txBox="1"/>
          <p:nvPr/>
        </p:nvSpPr>
        <p:spPr>
          <a:xfrm>
            <a:off x="3151858" y="789632"/>
            <a:ext cx="852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Home.</a:t>
            </a:r>
          </a:p>
        </p:txBody>
      </p:sp>
      <p:sp>
        <p:nvSpPr>
          <p:cNvPr id="2" name="Arrow: Left-Up 1">
            <a:extLst>
              <a:ext uri="{FF2B5EF4-FFF2-40B4-BE49-F238E27FC236}">
                <a16:creationId xmlns:a16="http://schemas.microsoft.com/office/drawing/2014/main" id="{F877E7BF-B901-10A2-3DB7-AE2C52E7F40F}"/>
              </a:ext>
            </a:extLst>
          </p:cNvPr>
          <p:cNvSpPr/>
          <p:nvPr/>
        </p:nvSpPr>
        <p:spPr>
          <a:xfrm rot="16200000">
            <a:off x="9279226" y="1038735"/>
            <a:ext cx="1536192" cy="1724110"/>
          </a:xfrm>
          <a:prstGeom prst="leftUpArrow">
            <a:avLst>
              <a:gd name="adj1" fmla="val 10714"/>
              <a:gd name="adj2" fmla="val 13690"/>
              <a:gd name="adj3" fmla="val 148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AE3E7-3599-71EB-F2B7-7CE7B5E7B494}"/>
              </a:ext>
            </a:extLst>
          </p:cNvPr>
          <p:cNvSpPr txBox="1"/>
          <p:nvPr/>
        </p:nvSpPr>
        <p:spPr>
          <a:xfrm>
            <a:off x="3027958" y="1664779"/>
            <a:ext cx="615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0</a:t>
            </a:r>
          </a:p>
        </p:txBody>
      </p:sp>
      <p:sp>
        <p:nvSpPr>
          <p:cNvPr id="6" name="Arrow: Left-Up 5">
            <a:extLst>
              <a:ext uri="{FF2B5EF4-FFF2-40B4-BE49-F238E27FC236}">
                <a16:creationId xmlns:a16="http://schemas.microsoft.com/office/drawing/2014/main" id="{BB4F0581-4CFE-1CBC-3EEA-A174C548B5A8}"/>
              </a:ext>
            </a:extLst>
          </p:cNvPr>
          <p:cNvSpPr/>
          <p:nvPr/>
        </p:nvSpPr>
        <p:spPr>
          <a:xfrm rot="5400000">
            <a:off x="6060979" y="3883794"/>
            <a:ext cx="1536192" cy="1724110"/>
          </a:xfrm>
          <a:prstGeom prst="leftUpArrow">
            <a:avLst>
              <a:gd name="adj1" fmla="val 10714"/>
              <a:gd name="adj2" fmla="val 13690"/>
              <a:gd name="adj3" fmla="val 148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FED21-C935-B601-3C8F-E58F7441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833" y="4579312"/>
            <a:ext cx="1737511" cy="15546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01D4A5-47E4-61CA-9F75-AC5902E60D7D}"/>
              </a:ext>
            </a:extLst>
          </p:cNvPr>
          <p:cNvSpPr txBox="1"/>
          <p:nvPr/>
        </p:nvSpPr>
        <p:spPr>
          <a:xfrm>
            <a:off x="9905407" y="560088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5C7F2-AC1B-CCC0-0D8C-B9625D96F92E}"/>
              </a:ext>
            </a:extLst>
          </p:cNvPr>
          <p:cNvSpPr txBox="1"/>
          <p:nvPr/>
        </p:nvSpPr>
        <p:spPr>
          <a:xfrm>
            <a:off x="10242741" y="4653885"/>
            <a:ext cx="133327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Inside Court Of Justice</a:t>
            </a:r>
            <a:r>
              <a:rPr lang="en-CA" sz="1100" dirty="0"/>
              <a:t>.</a:t>
            </a:r>
          </a:p>
          <a:p>
            <a:endParaRPr lang="en-CA" sz="1100" dirty="0"/>
          </a:p>
          <a:p>
            <a:r>
              <a:rPr lang="en-CA" sz="1100" i="1" dirty="0"/>
              <a:t>Game Over – either you Win or Lose.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31AA9C0-68F0-2DEF-AADE-DC9A6D36F594}"/>
              </a:ext>
            </a:extLst>
          </p:cNvPr>
          <p:cNvSpPr/>
          <p:nvPr/>
        </p:nvSpPr>
        <p:spPr>
          <a:xfrm>
            <a:off x="9234418" y="5072569"/>
            <a:ext cx="731520" cy="54864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0B5632-68C1-CA63-D78E-0D1A55759736}"/>
              </a:ext>
            </a:extLst>
          </p:cNvPr>
          <p:cNvSpPr txBox="1"/>
          <p:nvPr/>
        </p:nvSpPr>
        <p:spPr>
          <a:xfrm>
            <a:off x="5678931" y="3026239"/>
            <a:ext cx="125128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CA" sz="1100" i="1" dirty="0"/>
              <a:t>Bottle - shrink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Cake - grow</a:t>
            </a:r>
          </a:p>
          <a:p>
            <a:pPr marL="171450" indent="-171450">
              <a:buFontTx/>
              <a:buChar char="-"/>
            </a:pPr>
            <a:r>
              <a:rPr lang="en-CA" sz="1100" i="1" dirty="0"/>
              <a:t>Key – unlocks East door </a:t>
            </a:r>
          </a:p>
          <a:p>
            <a:endParaRPr lang="en-CA" dirty="0"/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C3F712CB-5580-3A14-57AB-CBE2DE195CCA}"/>
              </a:ext>
            </a:extLst>
          </p:cNvPr>
          <p:cNvSpPr/>
          <p:nvPr/>
        </p:nvSpPr>
        <p:spPr>
          <a:xfrm rot="5400000">
            <a:off x="7111769" y="2942711"/>
            <a:ext cx="397164" cy="709355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F841B6C6-CE2B-289C-E73C-989B72558EFF}"/>
              </a:ext>
            </a:extLst>
          </p:cNvPr>
          <p:cNvSpPr/>
          <p:nvPr/>
        </p:nvSpPr>
        <p:spPr>
          <a:xfrm rot="5400000">
            <a:off x="456983" y="1198397"/>
            <a:ext cx="397164" cy="709355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23823A-0FED-9F62-355C-53DE3F14B50B}"/>
              </a:ext>
            </a:extLst>
          </p:cNvPr>
          <p:cNvSpPr txBox="1"/>
          <p:nvPr/>
        </p:nvSpPr>
        <p:spPr>
          <a:xfrm>
            <a:off x="989996" y="1380757"/>
            <a:ext cx="1278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- Locked door.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20165C-30FC-21EF-55A6-79C090023361}"/>
              </a:ext>
            </a:extLst>
          </p:cNvPr>
          <p:cNvSpPr txBox="1"/>
          <p:nvPr/>
        </p:nvSpPr>
        <p:spPr>
          <a:xfrm>
            <a:off x="3507565" y="1158964"/>
            <a:ext cx="10861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i="1" dirty="0"/>
              <a:t>Game Over – </a:t>
            </a:r>
          </a:p>
          <a:p>
            <a:r>
              <a:rPr lang="en-CA" sz="1100" i="1" dirty="0"/>
              <a:t>~ Quit game.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C1436F-3CA6-C8CC-EF2F-D46EA17D5017}"/>
              </a:ext>
            </a:extLst>
          </p:cNvPr>
          <p:cNvSpPr txBox="1"/>
          <p:nvPr/>
        </p:nvSpPr>
        <p:spPr>
          <a:xfrm>
            <a:off x="3419859" y="3013410"/>
            <a:ext cx="1224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i="1" dirty="0"/>
              <a:t>Starting Location</a:t>
            </a:r>
          </a:p>
          <a:p>
            <a:endParaRPr lang="en-CA" sz="1100" i="1" dirty="0"/>
          </a:p>
          <a:p>
            <a:pPr marL="171450" indent="-171450">
              <a:buFontTx/>
              <a:buChar char="-"/>
            </a:pPr>
            <a:r>
              <a:rPr lang="en-CA" sz="1100" i="1" dirty="0"/>
              <a:t>Book </a:t>
            </a:r>
          </a:p>
          <a:p>
            <a:r>
              <a:rPr lang="en-CA" sz="1100" i="1" dirty="0"/>
              <a:t>(bonus points) </a:t>
            </a:r>
          </a:p>
        </p:txBody>
      </p:sp>
    </p:spTree>
    <p:extLst>
      <p:ext uri="{BB962C8B-B14F-4D97-AF65-F5344CB8AC3E}">
        <p14:creationId xmlns:p14="http://schemas.microsoft.com/office/powerpoint/2010/main" val="92049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147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kristoffer hendricks</dc:creator>
  <cp:lastModifiedBy>kristoffer hendricks</cp:lastModifiedBy>
  <cp:revision>3</cp:revision>
  <dcterms:created xsi:type="dcterms:W3CDTF">2025-12-04T23:25:53Z</dcterms:created>
  <dcterms:modified xsi:type="dcterms:W3CDTF">2025-12-12T16:02:05Z</dcterms:modified>
</cp:coreProperties>
</file>